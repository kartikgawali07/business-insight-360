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6A258B-E07F-472F-927B-8DF5497ED3BF}" v="8" dt="2025-11-09T19:12:48.1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ik Gawali" userId="80faba9e9fd5bb38" providerId="LiveId" clId="{18D0AD7B-5ED4-4E4D-BE70-9FB511E00D39}"/>
    <pc:docChg chg="undo custSel addSld modSld">
      <pc:chgData name="Kartik Gawali" userId="80faba9e9fd5bb38" providerId="LiveId" clId="{18D0AD7B-5ED4-4E4D-BE70-9FB511E00D39}" dt="2025-11-09T19:12:51.275" v="33" actId="14100"/>
      <pc:docMkLst>
        <pc:docMk/>
      </pc:docMkLst>
      <pc:sldChg chg="addSp delSp modSp new mod">
        <pc:chgData name="Kartik Gawali" userId="80faba9e9fd5bb38" providerId="LiveId" clId="{18D0AD7B-5ED4-4E4D-BE70-9FB511E00D39}" dt="2025-11-09T19:10:53.969" v="4" actId="14100"/>
        <pc:sldMkLst>
          <pc:docMk/>
          <pc:sldMk cId="1402457789" sldId="256"/>
        </pc:sldMkLst>
        <pc:spChg chg="del">
          <ac:chgData name="Kartik Gawali" userId="80faba9e9fd5bb38" providerId="LiveId" clId="{18D0AD7B-5ED4-4E4D-BE70-9FB511E00D39}" dt="2025-11-09T19:10:48.154" v="2" actId="478"/>
          <ac:spMkLst>
            <pc:docMk/>
            <pc:sldMk cId="1402457789" sldId="256"/>
            <ac:spMk id="2" creationId="{0F332FCA-56B0-B208-6A10-F271455E6BDC}"/>
          </ac:spMkLst>
        </pc:spChg>
        <pc:spChg chg="del">
          <ac:chgData name="Kartik Gawali" userId="80faba9e9fd5bb38" providerId="LiveId" clId="{18D0AD7B-5ED4-4E4D-BE70-9FB511E00D39}" dt="2025-11-09T19:10:46.553" v="1" actId="478"/>
          <ac:spMkLst>
            <pc:docMk/>
            <pc:sldMk cId="1402457789" sldId="256"/>
            <ac:spMk id="3" creationId="{F797EB37-696B-2EBE-F0E7-C22D48AEDD63}"/>
          </ac:spMkLst>
        </pc:spChg>
        <pc:picChg chg="add mod">
          <ac:chgData name="Kartik Gawali" userId="80faba9e9fd5bb38" providerId="LiveId" clId="{18D0AD7B-5ED4-4E4D-BE70-9FB511E00D39}" dt="2025-11-09T19:10:53.969" v="4" actId="14100"/>
          <ac:picMkLst>
            <pc:docMk/>
            <pc:sldMk cId="1402457789" sldId="256"/>
            <ac:picMk id="5" creationId="{CBC324FC-9514-518C-9F0B-8A6866B8982D}"/>
          </ac:picMkLst>
        </pc:picChg>
      </pc:sldChg>
      <pc:sldChg chg="addSp delSp modSp new mod">
        <pc:chgData name="Kartik Gawali" userId="80faba9e9fd5bb38" providerId="LiveId" clId="{18D0AD7B-5ED4-4E4D-BE70-9FB511E00D39}" dt="2025-11-09T19:11:44.162" v="15" actId="14100"/>
        <pc:sldMkLst>
          <pc:docMk/>
          <pc:sldMk cId="4168858912" sldId="257"/>
        </pc:sldMkLst>
        <pc:spChg chg="del">
          <ac:chgData name="Kartik Gawali" userId="80faba9e9fd5bb38" providerId="LiveId" clId="{18D0AD7B-5ED4-4E4D-BE70-9FB511E00D39}" dt="2025-11-09T19:11:34.933" v="13" actId="478"/>
          <ac:spMkLst>
            <pc:docMk/>
            <pc:sldMk cId="4168858912" sldId="257"/>
            <ac:spMk id="2" creationId="{8C877768-A4B1-C686-6D80-C59EE89A462E}"/>
          </ac:spMkLst>
        </pc:spChg>
        <pc:spChg chg="add del">
          <ac:chgData name="Kartik Gawali" userId="80faba9e9fd5bb38" providerId="LiveId" clId="{18D0AD7B-5ED4-4E4D-BE70-9FB511E00D39}" dt="2025-11-09T19:11:34.122" v="12" actId="478"/>
          <ac:spMkLst>
            <pc:docMk/>
            <pc:sldMk cId="4168858912" sldId="257"/>
            <ac:spMk id="3" creationId="{A46EDDB0-2C3D-8DB4-6298-24221BAA17D9}"/>
          </ac:spMkLst>
        </pc:spChg>
        <pc:picChg chg="add mod">
          <ac:chgData name="Kartik Gawali" userId="80faba9e9fd5bb38" providerId="LiveId" clId="{18D0AD7B-5ED4-4E4D-BE70-9FB511E00D39}" dt="2025-11-09T19:11:32.125" v="11"/>
          <ac:picMkLst>
            <pc:docMk/>
            <pc:sldMk cId="4168858912" sldId="257"/>
            <ac:picMk id="5" creationId="{A2121B43-EE53-3A01-2EC4-D696A1C49D06}"/>
          </ac:picMkLst>
        </pc:picChg>
        <pc:picChg chg="add mod">
          <ac:chgData name="Kartik Gawali" userId="80faba9e9fd5bb38" providerId="LiveId" clId="{18D0AD7B-5ED4-4E4D-BE70-9FB511E00D39}" dt="2025-11-09T19:11:44.162" v="15" actId="14100"/>
          <ac:picMkLst>
            <pc:docMk/>
            <pc:sldMk cId="4168858912" sldId="257"/>
            <ac:picMk id="7" creationId="{1826BB9C-EEF2-355E-9B7E-B51C5894F669}"/>
          </ac:picMkLst>
        </pc:picChg>
      </pc:sldChg>
      <pc:sldChg chg="addSp delSp modSp new mod">
        <pc:chgData name="Kartik Gawali" userId="80faba9e9fd5bb38" providerId="LiveId" clId="{18D0AD7B-5ED4-4E4D-BE70-9FB511E00D39}" dt="2025-11-09T19:11:57.658" v="19" actId="14100"/>
        <pc:sldMkLst>
          <pc:docMk/>
          <pc:sldMk cId="3025300345" sldId="258"/>
        </pc:sldMkLst>
        <pc:spChg chg="del">
          <ac:chgData name="Kartik Gawali" userId="80faba9e9fd5bb38" providerId="LiveId" clId="{18D0AD7B-5ED4-4E4D-BE70-9FB511E00D39}" dt="2025-11-09T19:11:49.060" v="17" actId="478"/>
          <ac:spMkLst>
            <pc:docMk/>
            <pc:sldMk cId="3025300345" sldId="258"/>
            <ac:spMk id="2" creationId="{3D238307-B81C-CB93-ECB3-0D875A58FA8E}"/>
          </ac:spMkLst>
        </pc:spChg>
        <pc:spChg chg="del">
          <ac:chgData name="Kartik Gawali" userId="80faba9e9fd5bb38" providerId="LiveId" clId="{18D0AD7B-5ED4-4E4D-BE70-9FB511E00D39}" dt="2025-11-09T19:11:48.266" v="16" actId="478"/>
          <ac:spMkLst>
            <pc:docMk/>
            <pc:sldMk cId="3025300345" sldId="258"/>
            <ac:spMk id="3" creationId="{044EF6EE-7782-D32E-2605-E05322456DCD}"/>
          </ac:spMkLst>
        </pc:spChg>
        <pc:picChg chg="add mod">
          <ac:chgData name="Kartik Gawali" userId="80faba9e9fd5bb38" providerId="LiveId" clId="{18D0AD7B-5ED4-4E4D-BE70-9FB511E00D39}" dt="2025-11-09T19:11:57.658" v="19" actId="14100"/>
          <ac:picMkLst>
            <pc:docMk/>
            <pc:sldMk cId="3025300345" sldId="258"/>
            <ac:picMk id="5" creationId="{83FA7FDE-151C-A688-FCF8-7EA460FC736B}"/>
          </ac:picMkLst>
        </pc:picChg>
      </pc:sldChg>
      <pc:sldChg chg="addSp delSp modSp new mod">
        <pc:chgData name="Kartik Gawali" userId="80faba9e9fd5bb38" providerId="LiveId" clId="{18D0AD7B-5ED4-4E4D-BE70-9FB511E00D39}" dt="2025-11-09T19:12:10.963" v="23" actId="14100"/>
        <pc:sldMkLst>
          <pc:docMk/>
          <pc:sldMk cId="2447018801" sldId="259"/>
        </pc:sldMkLst>
        <pc:spChg chg="del">
          <ac:chgData name="Kartik Gawali" userId="80faba9e9fd5bb38" providerId="LiveId" clId="{18D0AD7B-5ED4-4E4D-BE70-9FB511E00D39}" dt="2025-11-09T19:12:06.656" v="21" actId="478"/>
          <ac:spMkLst>
            <pc:docMk/>
            <pc:sldMk cId="2447018801" sldId="259"/>
            <ac:spMk id="2" creationId="{AFC88F9F-BBE0-EAF3-FB18-F5408725B804}"/>
          </ac:spMkLst>
        </pc:spChg>
        <pc:spChg chg="del">
          <ac:chgData name="Kartik Gawali" userId="80faba9e9fd5bb38" providerId="LiveId" clId="{18D0AD7B-5ED4-4E4D-BE70-9FB511E00D39}" dt="2025-11-09T19:12:04.792" v="20" actId="478"/>
          <ac:spMkLst>
            <pc:docMk/>
            <pc:sldMk cId="2447018801" sldId="259"/>
            <ac:spMk id="3" creationId="{B08A31D9-1A36-E280-52B1-059003EBD4E8}"/>
          </ac:spMkLst>
        </pc:spChg>
        <pc:picChg chg="add mod">
          <ac:chgData name="Kartik Gawali" userId="80faba9e9fd5bb38" providerId="LiveId" clId="{18D0AD7B-5ED4-4E4D-BE70-9FB511E00D39}" dt="2025-11-09T19:12:10.963" v="23" actId="14100"/>
          <ac:picMkLst>
            <pc:docMk/>
            <pc:sldMk cId="2447018801" sldId="259"/>
            <ac:picMk id="5" creationId="{52D6845E-2B37-C20B-4386-7077D4000AE2}"/>
          </ac:picMkLst>
        </pc:picChg>
      </pc:sldChg>
      <pc:sldChg chg="addSp delSp modSp new mod">
        <pc:chgData name="Kartik Gawali" userId="80faba9e9fd5bb38" providerId="LiveId" clId="{18D0AD7B-5ED4-4E4D-BE70-9FB511E00D39}" dt="2025-11-09T19:12:33.317" v="29" actId="14100"/>
        <pc:sldMkLst>
          <pc:docMk/>
          <pc:sldMk cId="2873819145" sldId="260"/>
        </pc:sldMkLst>
        <pc:spChg chg="del">
          <ac:chgData name="Kartik Gawali" userId="80faba9e9fd5bb38" providerId="LiveId" clId="{18D0AD7B-5ED4-4E4D-BE70-9FB511E00D39}" dt="2025-11-09T19:12:22.066" v="25" actId="478"/>
          <ac:spMkLst>
            <pc:docMk/>
            <pc:sldMk cId="2873819145" sldId="260"/>
            <ac:spMk id="2" creationId="{3A2ECFBA-F3D7-D2DE-EBE7-EAC169C1E6A7}"/>
          </ac:spMkLst>
        </pc:spChg>
        <pc:spChg chg="del">
          <ac:chgData name="Kartik Gawali" userId="80faba9e9fd5bb38" providerId="LiveId" clId="{18D0AD7B-5ED4-4E4D-BE70-9FB511E00D39}" dt="2025-11-09T19:12:20.532" v="24" actId="478"/>
          <ac:spMkLst>
            <pc:docMk/>
            <pc:sldMk cId="2873819145" sldId="260"/>
            <ac:spMk id="3" creationId="{D3F8A9E3-91FA-4A2E-82DD-E81D595D1FE5}"/>
          </ac:spMkLst>
        </pc:spChg>
        <pc:picChg chg="add mod">
          <ac:chgData name="Kartik Gawali" userId="80faba9e9fd5bb38" providerId="LiveId" clId="{18D0AD7B-5ED4-4E4D-BE70-9FB511E00D39}" dt="2025-11-09T19:12:33.317" v="29" actId="14100"/>
          <ac:picMkLst>
            <pc:docMk/>
            <pc:sldMk cId="2873819145" sldId="260"/>
            <ac:picMk id="5" creationId="{CFE8A4ED-1A39-76EA-93AD-63D9CECBC4E9}"/>
          </ac:picMkLst>
        </pc:picChg>
      </pc:sldChg>
      <pc:sldChg chg="addSp delSp modSp new mod">
        <pc:chgData name="Kartik Gawali" userId="80faba9e9fd5bb38" providerId="LiveId" clId="{18D0AD7B-5ED4-4E4D-BE70-9FB511E00D39}" dt="2025-11-09T19:12:51.275" v="33" actId="14100"/>
        <pc:sldMkLst>
          <pc:docMk/>
          <pc:sldMk cId="982871143" sldId="261"/>
        </pc:sldMkLst>
        <pc:spChg chg="del">
          <ac:chgData name="Kartik Gawali" userId="80faba9e9fd5bb38" providerId="LiveId" clId="{18D0AD7B-5ED4-4E4D-BE70-9FB511E00D39}" dt="2025-11-09T19:12:41.345" v="31" actId="478"/>
          <ac:spMkLst>
            <pc:docMk/>
            <pc:sldMk cId="982871143" sldId="261"/>
            <ac:spMk id="2" creationId="{F88212AF-F998-9855-F32D-2C10F35EFC30}"/>
          </ac:spMkLst>
        </pc:spChg>
        <pc:spChg chg="del">
          <ac:chgData name="Kartik Gawali" userId="80faba9e9fd5bb38" providerId="LiveId" clId="{18D0AD7B-5ED4-4E4D-BE70-9FB511E00D39}" dt="2025-11-09T19:12:38.753" v="30" actId="478"/>
          <ac:spMkLst>
            <pc:docMk/>
            <pc:sldMk cId="982871143" sldId="261"/>
            <ac:spMk id="3" creationId="{42831249-CFC6-A69A-8B91-21AD789F6B42}"/>
          </ac:spMkLst>
        </pc:spChg>
        <pc:picChg chg="add mod">
          <ac:chgData name="Kartik Gawali" userId="80faba9e9fd5bb38" providerId="LiveId" clId="{18D0AD7B-5ED4-4E4D-BE70-9FB511E00D39}" dt="2025-11-09T19:12:51.275" v="33" actId="14100"/>
          <ac:picMkLst>
            <pc:docMk/>
            <pc:sldMk cId="982871143" sldId="261"/>
            <ac:picMk id="5" creationId="{4EC12643-A595-2DC9-F393-41D7487CA7B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7E746-0ED6-B8D3-F1F3-8AE06B68B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8AFB1-385B-C20A-18C4-2A3C447E2C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03DDA-D068-AF00-D78A-B08B96013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3B70-CDF5-41DA-8205-604288D8265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85593-EBA9-C6EA-7827-502431918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FC5B3-BAB0-E503-0014-8568E9D9C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BBDA0-317C-4759-A8B8-3B7302E6C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076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5EA49-9E4E-C93B-0CC1-63C9A3620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E65D3-35F6-3244-2833-7812048DE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88B60-600B-2F47-66D6-FCE86CABE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3B70-CDF5-41DA-8205-604288D8265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79801-C10C-69A5-72D7-5E1F2FD9D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87D33-8233-D687-9BEF-7B552862D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BBDA0-317C-4759-A8B8-3B7302E6C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794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31B5E-384C-67C7-2A8A-B2DF194C4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E4B11-47F3-8010-7D09-B23C6EF1C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90B3A-6824-45F3-B29B-2B3A03C13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3B70-CDF5-41DA-8205-604288D8265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A8C9C-F937-85BF-E566-7196B1941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7AF78-C897-3C38-7CD5-F32D277D6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BBDA0-317C-4759-A8B8-3B7302E6C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266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4E3DE-8D64-9D37-E9A2-92CB7D04C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82EF4-545D-BCAD-9EBE-BACF411850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E4A43-9B74-75A6-8A93-2EC67FED3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8AFD6-A5EC-C419-1637-FCC62354B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3B70-CDF5-41DA-8205-604288D8265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4763E-6020-C7FD-49B5-F62822621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7148F-D2B8-D996-8F76-6C8A6149F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BBDA0-317C-4759-A8B8-3B7302E6C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98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AA183-AE4C-F249-2918-4238EE380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0AF43-FA9F-A80F-7626-61839F62A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2C5060-068C-1FD1-4A9C-207FDB2B7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3B1055-E031-DD9D-2843-5BEC4AFBEE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3B8919-DBB0-1F2A-8B39-720CFD2B8C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2536D6-60A3-8A4D-8165-1888E79CD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3B70-CDF5-41DA-8205-604288D8265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38AED2-3F25-35DA-CF53-F4EA25F1C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9921-6A51-47B8-7C80-F7BE90C87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BBDA0-317C-4759-A8B8-3B7302E6C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38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40F82-C790-8FEF-D386-137856559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CDB2AA-4221-AF91-F1B6-62E736899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3B70-CDF5-41DA-8205-604288D8265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AB5D6C-5376-4162-8E95-11D5D7F44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BB8AB-7C76-CDF0-2769-BB0609CD8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BBDA0-317C-4759-A8B8-3B7302E6C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476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BFA624-7608-7A9C-70E2-1CD746B1E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3B70-CDF5-41DA-8205-604288D8265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10AB38-8CB0-124E-818A-C26E9B72F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D1B80-BA67-D75C-1BFD-80431A484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BBDA0-317C-4759-A8B8-3B7302E6C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078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AE31C-B949-C3AF-952C-9857F84D5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D8DF8-8C8F-3AF2-7CF5-845864F0B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FA4FE-79C6-4607-EB18-8E929366DE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63446E-F74D-13D8-4818-22AF303E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3B70-CDF5-41DA-8205-604288D8265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88637-73C4-E87A-FD58-19BFE10D8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3961BD-B6A4-8582-2037-5C3E00C8C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BBDA0-317C-4759-A8B8-3B7302E6C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669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06CF5-F173-28B2-7133-27A47E68F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D680E8-CEF7-3D53-9367-E35B955FF5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BA101-2079-1D85-E841-C2376B52C6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C8D83A-09B4-4F1A-3E11-23C066F51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3B70-CDF5-41DA-8205-604288D8265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565519-652A-3F86-86AF-6AB39F70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B8EC68-B6D4-CCC2-350C-65A137D76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BBDA0-317C-4759-A8B8-3B7302E6C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68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DBEE7-B30F-35E6-5E21-D2DD58F24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AD1596-6DB1-CBC3-5BF0-10070FCD3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47FA7-DF2D-B22D-91D7-FFB0B6D78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3B70-CDF5-41DA-8205-604288D8265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C9244-9C45-35BE-D32C-F9A38285F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E19B0-CEC4-6240-F44D-3B44B2CC1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BBDA0-317C-4759-A8B8-3B7302E6C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895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EBCCF9-5919-957C-1145-FBABF38ED5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DDC6AA-72BE-D543-DA9F-0DE09EF9D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527C9-B65F-229A-C9CE-56541E86F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33B70-CDF5-41DA-8205-604288D8265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5C9DE-C602-1235-F26E-EC73393EA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E20D8-3F7E-AC69-2DBE-030C7EC34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BBDA0-317C-4759-A8B8-3B7302E6C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997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10D970-D69F-438B-9FB3-BA9F77E61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0ABDA-563D-EAEB-0F92-5603FDB4D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2E6FE-F4D7-614C-C571-2E2E365B0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833B70-CDF5-41DA-8205-604288D82655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2E414-7BA4-E488-3A0C-E3A9CD6C00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81BD2-8335-E71C-B5A7-3B29910409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BBDA0-317C-4759-A8B8-3B7302E6C4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06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C324FC-9514-518C-9F0B-8A6866B89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8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457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826BB9C-EEF2-355E-9B7E-B51C5894F6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5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858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FA7FDE-151C-A688-FCF8-7EA460FC7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70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300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D6845E-2B37-C20B-4386-7077D4000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1440"/>
            <a:ext cx="12192000" cy="679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18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E8A4ED-1A39-76EA-93AD-63D9CECBC4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68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819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C12643-A595-2DC9-F393-41D7487CA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47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871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Kartik Gawali</dc:creator>
  <cp:lastModifiedBy>Kartik Gawali</cp:lastModifiedBy>
  <cp:revision>1</cp:revision>
  <dcterms:created xsi:type="dcterms:W3CDTF">2025-11-09T19:09:39Z</dcterms:created>
  <dcterms:modified xsi:type="dcterms:W3CDTF">2025-11-09T19:12:54Z</dcterms:modified>
</cp:coreProperties>
</file>